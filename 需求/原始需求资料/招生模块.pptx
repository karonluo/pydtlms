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招生</a:t>
            </a:r>
            <a:r>
              <a:rPr lang="zh-CN" altLang="zh-CN"/>
              <a:t>模块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995" y="61595"/>
            <a:ext cx="1062926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80" y="0"/>
            <a:ext cx="1080960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7220"/>
            <a:ext cx="12192000" cy="56229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195" y="0"/>
            <a:ext cx="1034161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" y="0"/>
            <a:ext cx="1171194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0" y="0"/>
            <a:ext cx="1045146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965" y="0"/>
            <a:ext cx="1021143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20" y="0"/>
            <a:ext cx="1011936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0" y="0"/>
            <a:ext cx="1130236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20" y="0"/>
            <a:ext cx="1014476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890" y="0"/>
            <a:ext cx="1115758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5120"/>
            <a:ext cx="12192000" cy="62071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演示</Application>
  <PresentationFormat>宽屏</PresentationFormat>
  <Paragraphs>2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招生模块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朱俊霖</cp:lastModifiedBy>
  <cp:revision>158</cp:revision>
  <dcterms:created xsi:type="dcterms:W3CDTF">2019-06-19T02:08:00Z</dcterms:created>
  <dcterms:modified xsi:type="dcterms:W3CDTF">2026-03-13T07:29:26Z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320FD83E763443878FF85180321710B8_11</vt:lpwstr>
  </property>
</Properties>
</file>